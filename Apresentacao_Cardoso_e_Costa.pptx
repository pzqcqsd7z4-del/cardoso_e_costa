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ites/cardoso_e_costa/react-app/public/images/moradias-regada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CARDOSO &amp; COSTA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Institucional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429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 e proposta de investimento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2026  ·  Ivo Cerqueira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institucional completo para a Cardoso &amp; Costa, empresa de construção e promoção imobiliária.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 moderno, rápido e elegante, desenhado à medida para valorizar os empreendimentos da empresa — com galerias fotográficas, plantas descarregáveis e um percurso claro até ao contacto comercial.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com tecnologia atual (React), preparado para telemóvel, tablet e computador.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09160" y="123444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09160" y="13990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84632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desenvolvidas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03720" y="123444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3990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04088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empreendimentos em destaque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3090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4632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fotografias em galeria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292608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090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4088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PDF descarregáveis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site inclui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08760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à medida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própria, elegante e alinhada com o setor da construção.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3258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02736" y="1508760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interativo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02736" y="1947672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Galerias fotográficas dos empreendimentos com plantas em PDF para descarregar.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32588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508760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76288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os ecrãs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55664" y="1947672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na perfeição em telemóvel, tablet e computador.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355848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355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contacto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37947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informação chegam diretamente por email.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317296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02736" y="3355848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3355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e cookies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02736" y="37947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privacidade, termos e gestão de consentimento incluídos.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317296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55664" y="3355848"/>
            <a:ext cx="310896" cy="310896"/>
          </a:xfrm>
          <a:prstGeom prst="ellipse">
            <a:avLst/>
          </a:prstGeom>
          <a:solidFill>
            <a:srgbClr val="9C7A4E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76288" y="3355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 para o Google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55664" y="37947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aparecer bem nas pesquisas e nas partilhas em redes sociais.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empreendimentos no 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4" name="Image 0" descr="D:/sites/cardoso_e_costa/react-app/public/images/moradias-regada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26060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338328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Moradias de Regadas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49808" y="372160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Moradias T3  ·  2.ª Fase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01568" y="132588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8" name="Image 1" descr="D:/sites/cardoso_e_costa/react-app/public/images/edificio-bismark/her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01568" y="1325880"/>
            <a:ext cx="260604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02736" y="338328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Edifício Bismark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602736" y="372160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Apartamentos T2  ·  Concluído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54496" y="132588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12" name="Image 2" descr="D:/sites/cardoso_e_costa/react-app/public/images/casas-das-oliveiras/her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1325880"/>
            <a:ext cx="2606040" cy="1920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5664" y="338328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Casas das Oliveiras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55664" y="372160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Frações T1+1  ·  Em Construção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empreendimento tem página própria com galeria completa e plantas de todas as frações.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— detalhe por fase (taxa horária: 18 €/h)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do trabalho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e conceção 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do site (React)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de conteúdos (fotos e plantas)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Testes, RGPD e otimização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mão de obra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C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1 260 €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a mão de obra (1 260 €) e o preço de venda (1 450 €) cobre o domínio, o alojamento, os 30 dias de suporte e a gestão do projeto.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2E343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B8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VENDA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892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1 450 €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17220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IVA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31089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e gestão do projeto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.pt no 1.º ano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Alojamento e email no 1.º ano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de suporte pós-entrega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anuais e condições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 alojamento (dominios.pt)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480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Registo domínio .pt — 1.º ano (promoção, antes 32,90 €)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C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Renovação do domínio — anos seguintes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32 € / 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Alojamento web 1 GB + conta de email — 1.º 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Incluído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sem IVA. Fonte: dominios.pt (julho 2026).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9776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2E343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semestral (opcional)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407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conteúdos e novos empreendimentos, verificações de segurança e pequenas correções — de 6 em 6 meses.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0" y="4133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C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– 150 €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126480" y="45171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intervenção, conforme o trabalho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0" y="1188720"/>
            <a:ext cx="3108960" cy="2697480"/>
          </a:xfrm>
          <a:prstGeom prst="roundRect">
            <a:avLst>
              <a:gd name="adj" fmla="val 2712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42432" y="14173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pagamento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18745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na adjudicação do projeto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na entrega e publicação do site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incluído durante 30 dias após a entrega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futuras orçamentadas a 18 €/hora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ites/cardoso_e_costa/react-app/public/images/edificio-bismark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37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27432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ao dispor para qualquer questão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projeto ou a proposta.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 Cerqueira  ·  ivocerqueira1706@gmail.com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Cardoso &amp; Costa — Apresentação do Projeto</dc:title>
  <dc:subject>PptxGenJS Presentation</dc:subject>
  <dc:creator>Ivo Cerqueira</dc:creator>
  <cp:lastModifiedBy>Ivo Cerqueira</cp:lastModifiedBy>
  <cp:revision>1</cp:revision>
  <dcterms:created xsi:type="dcterms:W3CDTF">2026-07-10T09:34:08Z</dcterms:created>
  <dcterms:modified xsi:type="dcterms:W3CDTF">2026-07-10T09:34:08Z</dcterms:modified>
</cp:coreProperties>
</file>